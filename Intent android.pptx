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b51ee111a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b51ee111a_3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b51ee111a_3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fb51ee111a_3_9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b51ee11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fb51ee111a_0_0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480073" y="308610"/>
            <a:ext cx="8161238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INTENT no Android</a:t>
            </a:r>
            <a:endParaRPr sz="1100"/>
          </a:p>
        </p:txBody>
      </p:sp>
      <p:sp>
        <p:nvSpPr>
          <p:cNvPr id="130" name="Google Shape;130;p25"/>
          <p:cNvSpPr txBox="1"/>
          <p:nvPr/>
        </p:nvSpPr>
        <p:spPr>
          <a:xfrm>
            <a:off x="480073" y="788670"/>
            <a:ext cx="8161238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Intent é uma mensagem que pede ao Android para realizar uma ação.</a:t>
            </a:r>
            <a:endParaRPr sz="1100"/>
          </a:p>
        </p:txBody>
      </p:sp>
      <p:sp>
        <p:nvSpPr>
          <p:cNvPr id="131" name="Google Shape;131;p25"/>
          <p:cNvSpPr/>
          <p:nvPr/>
        </p:nvSpPr>
        <p:spPr>
          <a:xfrm>
            <a:off x="480073" y="1405889"/>
            <a:ext cx="2606109" cy="243459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CE0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5"/>
          <p:cNvSpPr txBox="1"/>
          <p:nvPr/>
        </p:nvSpPr>
        <p:spPr>
          <a:xfrm>
            <a:off x="651527" y="1508759"/>
            <a:ext cx="22632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ela faz?</a:t>
            </a:r>
            <a:endParaRPr sz="1100"/>
          </a:p>
        </p:txBody>
      </p:sp>
      <p:sp>
        <p:nvSpPr>
          <p:cNvPr id="133" name="Google Shape;133;p25"/>
          <p:cNvSpPr txBox="1"/>
          <p:nvPr/>
        </p:nvSpPr>
        <p:spPr>
          <a:xfrm>
            <a:off x="651527" y="1899665"/>
            <a:ext cx="2263200" cy="1817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Inicia uma Activity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Comunica componentes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Pode pedir ações a outros aplicativos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Pense nela como: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“Android, faça isso para mim.”</a:t>
            </a:r>
            <a:endParaRPr sz="1100"/>
          </a:p>
        </p:txBody>
      </p:sp>
      <p:sp>
        <p:nvSpPr>
          <p:cNvPr id="134" name="Google Shape;134;p25"/>
          <p:cNvSpPr/>
          <p:nvPr/>
        </p:nvSpPr>
        <p:spPr>
          <a:xfrm>
            <a:off x="3278211" y="1405889"/>
            <a:ext cx="2606109" cy="243459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CE0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5"/>
          <p:cNvSpPr txBox="1"/>
          <p:nvPr/>
        </p:nvSpPr>
        <p:spPr>
          <a:xfrm>
            <a:off x="3449666" y="1508759"/>
            <a:ext cx="22632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</a:t>
            </a:r>
            <a:endParaRPr sz="1100"/>
          </a:p>
        </p:txBody>
      </p:sp>
      <p:sp>
        <p:nvSpPr>
          <p:cNvPr id="136" name="Google Shape;136;p25"/>
          <p:cNvSpPr txBox="1"/>
          <p:nvPr/>
        </p:nvSpPr>
        <p:spPr>
          <a:xfrm>
            <a:off x="3449666" y="1899665"/>
            <a:ext cx="2263200" cy="1817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Abrir outra tela: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Intent intent = new Intent(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this,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SegundaActivity.class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startActivity(intent);</a:t>
            </a:r>
            <a:endParaRPr sz="1100"/>
          </a:p>
        </p:txBody>
      </p:sp>
      <p:sp>
        <p:nvSpPr>
          <p:cNvPr id="137" name="Google Shape;137;p25"/>
          <p:cNvSpPr/>
          <p:nvPr/>
        </p:nvSpPr>
        <p:spPr>
          <a:xfrm>
            <a:off x="6076350" y="1405900"/>
            <a:ext cx="2606100" cy="258420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CE0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6247804" y="1508759"/>
            <a:ext cx="2228909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prática</a:t>
            </a:r>
            <a:endParaRPr sz="1100"/>
          </a:p>
        </p:txBody>
      </p:sp>
      <p:sp>
        <p:nvSpPr>
          <p:cNvPr id="139" name="Google Shape;139;p25"/>
          <p:cNvSpPr txBox="1"/>
          <p:nvPr/>
        </p:nvSpPr>
        <p:spPr>
          <a:xfrm>
            <a:off x="6247804" y="1899665"/>
            <a:ext cx="2228909" cy="18173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Meu app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↓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Intent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↓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Android decide/aciona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↓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Componente ou aplicativo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Intent descreve o que queremos fazer.</a:t>
            </a:r>
            <a:endParaRPr sz="1100"/>
          </a:p>
        </p:txBody>
      </p:sp>
      <p:sp>
        <p:nvSpPr>
          <p:cNvPr id="140" name="Google Shape;140;p25"/>
          <p:cNvSpPr txBox="1"/>
          <p:nvPr/>
        </p:nvSpPr>
        <p:spPr>
          <a:xfrm>
            <a:off x="480073" y="4286250"/>
            <a:ext cx="8161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lang="pt-BR" sz="1500">
                <a:solidFill>
                  <a:schemeClr val="dk1"/>
                </a:solidFill>
              </a:rPr>
              <a:t>deia-chave</a:t>
            </a:r>
            <a:r>
              <a:rPr b="1" i="0" lang="pt-B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i="0" lang="pt-BR" sz="1500" u="none" cap="none" strike="noStrike">
                <a:solidFill>
                  <a:schemeClr val="dk1"/>
                </a:solidFill>
              </a:rPr>
              <a:t>Intent = pedido de ação/comunicação entre componentes do Android.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/>
        </p:nvSpPr>
        <p:spPr>
          <a:xfrm>
            <a:off x="480073" y="308610"/>
            <a:ext cx="8161238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Intent explícita × Intent implícita</a:t>
            </a:r>
            <a:endParaRPr sz="1100"/>
          </a:p>
        </p:txBody>
      </p:sp>
      <p:sp>
        <p:nvSpPr>
          <p:cNvPr id="146" name="Google Shape;146;p26"/>
          <p:cNvSpPr/>
          <p:nvPr/>
        </p:nvSpPr>
        <p:spPr>
          <a:xfrm>
            <a:off x="480075" y="994400"/>
            <a:ext cx="3840600" cy="336030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CE0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651527" y="1097279"/>
            <a:ext cx="36690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EXPLÍCITA </a:t>
            </a:r>
            <a:r>
              <a:rPr b="1" lang="pt-BR" sz="1700">
                <a:solidFill>
                  <a:schemeClr val="dk1"/>
                </a:solidFill>
              </a:rPr>
              <a:t>-</a:t>
            </a:r>
            <a:r>
              <a:rPr b="1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“Eu sei quem.”</a:t>
            </a:r>
            <a:endParaRPr sz="1100"/>
          </a:p>
        </p:txBody>
      </p:sp>
      <p:sp>
        <p:nvSpPr>
          <p:cNvPr id="148" name="Google Shape;148;p26"/>
          <p:cNvSpPr txBox="1"/>
          <p:nvPr/>
        </p:nvSpPr>
        <p:spPr>
          <a:xfrm>
            <a:off x="651527" y="1488186"/>
            <a:ext cx="3669128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destino é informado diretamente.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Intent intent = new Intent(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this,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CadastroActivity.class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Usada com frequência para abrir outra tela do próprio app.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Fluxo: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MeuApp → Intent → CadastroActivity</a:t>
            </a:r>
            <a:endParaRPr sz="1100"/>
          </a:p>
        </p:txBody>
      </p:sp>
      <p:sp>
        <p:nvSpPr>
          <p:cNvPr id="149" name="Google Shape;149;p26"/>
          <p:cNvSpPr/>
          <p:nvPr/>
        </p:nvSpPr>
        <p:spPr>
          <a:xfrm>
            <a:off x="4649848" y="994410"/>
            <a:ext cx="4012037" cy="3223260"/>
          </a:xfrm>
          <a:prstGeom prst="roundRect">
            <a:avLst>
              <a:gd fmla="val 16667" name="adj"/>
            </a:avLst>
          </a:prstGeom>
          <a:solidFill>
            <a:srgbClr val="F8F9FB"/>
          </a:solidFill>
          <a:ln cap="flat" cmpd="sng" w="9525">
            <a:solidFill>
              <a:srgbClr val="DCE0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6"/>
          <p:cNvSpPr txBox="1"/>
          <p:nvPr/>
        </p:nvSpPr>
        <p:spPr>
          <a:xfrm>
            <a:off x="4821303" y="1097279"/>
            <a:ext cx="36690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IMPLÍCITA </a:t>
            </a:r>
            <a:r>
              <a:rPr b="1" lang="pt-BR" sz="1700">
                <a:solidFill>
                  <a:schemeClr val="dk1"/>
                </a:solidFill>
              </a:rPr>
              <a:t>-</a:t>
            </a:r>
            <a:r>
              <a:rPr b="1" i="0" lang="pt-BR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“Eu sei o quê.”</a:t>
            </a:r>
            <a:endParaRPr sz="1100"/>
          </a:p>
        </p:txBody>
      </p:sp>
      <p:sp>
        <p:nvSpPr>
          <p:cNvPr id="151" name="Google Shape;151;p26"/>
          <p:cNvSpPr txBox="1"/>
          <p:nvPr/>
        </p:nvSpPr>
        <p:spPr>
          <a:xfrm>
            <a:off x="4821303" y="1488186"/>
            <a:ext cx="3669128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ação é informada, mas o destino não.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Intent intent = new Intent(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Intent.ACTION_VIEW,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Uri.parse("https://google.com")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O Android procura um app compatível.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Fluxo: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MeuApp → Intent → Android → Navegador</a:t>
            </a:r>
            <a:endParaRPr sz="1100"/>
          </a:p>
        </p:txBody>
      </p:sp>
      <p:sp>
        <p:nvSpPr>
          <p:cNvPr id="152" name="Google Shape;152;p26"/>
          <p:cNvSpPr txBox="1"/>
          <p:nvPr/>
        </p:nvSpPr>
        <p:spPr>
          <a:xfrm>
            <a:off x="480076" y="4354825"/>
            <a:ext cx="1079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RESUMO</a:t>
            </a:r>
            <a:endParaRPr sz="1100"/>
          </a:p>
        </p:txBody>
      </p:sp>
      <p:sp>
        <p:nvSpPr>
          <p:cNvPr id="153" name="Google Shape;153;p26"/>
          <p:cNvSpPr txBox="1"/>
          <p:nvPr/>
        </p:nvSpPr>
        <p:spPr>
          <a:xfrm>
            <a:off x="1336473" y="4354824"/>
            <a:ext cx="74067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pt-BR" sz="1400" u="none" cap="none" strike="noStrike">
                <a:solidFill>
                  <a:schemeClr val="dk1"/>
                </a:solidFill>
              </a:rPr>
              <a:t>Explícita = destino definido pelo programador  |  Implícita = Android encontra quem pode realizar a ação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/>
          <p:nvPr/>
        </p:nvSpPr>
        <p:spPr>
          <a:xfrm>
            <a:off x="1941600" y="766800"/>
            <a:ext cx="5260800" cy="3609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DCE0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7"/>
          <p:cNvSpPr txBox="1"/>
          <p:nvPr/>
        </p:nvSpPr>
        <p:spPr>
          <a:xfrm>
            <a:off x="2466450" y="1996200"/>
            <a:ext cx="4211100" cy="1151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Projeto feito por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Gabriel Leonel e Pedro Henrique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